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108960"/>
            <a:ext cx="2011680" cy="2011680"/>
          </a:xfrm>
          <a:prstGeom prst="ellipse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2800" b="1" dirty="0">
                <a:solidFill>
                  <a:srgbClr val="26C28E"/>
                </a:solidFill>
              </a:rPr>
              <a:t>Match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フェス出店のマッチングを、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もっとスマートに。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BA3D8"/>
                </a:solidFill>
              </a:rPr>
              <a:t>キッチンカー × フェス・イベント特化型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BA3D8"/>
                </a:solidFill>
              </a:rPr>
              <a:t>マッチングプラットフォーム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371600" cy="36576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9C"/>
                </a:solidFill>
              </a:rPr>
              <a:t>2026年 営業資料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主催者が抱える「フェス出店管理」の課題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150876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マッチングが属人的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キッチンカーとの出会いはコネクション頼み。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新しい事業者にリーチできない。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931920" cy="150876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連絡の手間が膨大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メール・電話・LINEが混在。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出店条件の確認だけで何往復も必要。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3931920" cy="150876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断りにくい人間関係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クオリティが低い出店者でも翌年断れない。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関係性が足かせになる。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3931920" cy="150876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ジャンルの偏り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唐揚げ・クレープが集中し、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多様性を出す仕組みがない。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FestMatchとは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A3D8"/>
                </a:solidFill>
              </a:rPr>
              <a:t>フェス・イベント特化のキッチンカー出店管理プラットフォーム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2697480" cy="64008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🎪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主催者ダッシュボード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42316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4436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イベント登録・ジャンル枠設定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19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応募一覧・ワンクリック承認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07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チャット・テンプレ通知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60020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🚚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キッチンカー画面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42316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94436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エリア・ジャンルで検索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35584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319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スケジュール・枠管理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76732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7307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売上記録・実績分析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1600200"/>
            <a:ext cx="269748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2648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データ活用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2834640"/>
            <a:ext cx="242316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94436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ジャンル充足状況の可視化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35584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319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売上×天気×来場者の蓄積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3767328"/>
            <a:ext cx="137160" cy="1371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7307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✓  レコメンドエンジン（予定）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すべての課題を仕組みで解決する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657600" cy="38404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A3D8"/>
                </a:solidFill>
              </a:rPr>
              <a:t>現状の課題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3657600" cy="384048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FestMatchの解決策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マッチングが属人的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C28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1874520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28E"/>
                </a:solidFill>
              </a:rPr>
              <a:t>✓  条件検索・自動レコメンド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41448"/>
            <a:ext cx="3657600" cy="502920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41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連絡の手間が膨大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441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C28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2441448"/>
            <a:ext cx="3657600" cy="502920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441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28E"/>
                </a:solidFill>
              </a:rPr>
              <a:t>✓  チャット・テンプレ承認通知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083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断りにくい人間関係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30083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C28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3008376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0083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28E"/>
                </a:solidFill>
              </a:rPr>
              <a:t>✓  ジャンル定員制＋自動断り文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75304"/>
            <a:ext cx="3657600" cy="502920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753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ジャンルの偏り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35753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C28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0640" y="3575304"/>
            <a:ext cx="3657600" cy="502920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5753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28E"/>
                </a:solidFill>
              </a:rPr>
              <a:t>✓  主催者がジャンル枠を事前設定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142232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42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当日キャンセルリスク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41422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C28E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0640" y="4142232"/>
            <a:ext cx="3657600" cy="502920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142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28E"/>
                </a:solidFill>
              </a:rPr>
              <a:t>✓  キャンセルポリシー＋補欠自動繰上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主催者ダッシュボード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3D8"/>
                </a:solidFill>
              </a:rPr>
              <a:t>イベント作成からジャンル枠管理・承認まで一元化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0" cy="54864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ジャンル枠の設定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「唐揚げ2台まで」など上限を設けて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ジャンルの偏りを自動防止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18288" cy="45720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15768"/>
            <a:ext cx="548640" cy="54864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ワンクリック承認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35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応募一覧から承認・見送りを即判断。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断り文はテンプレで自動送信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18288" cy="45720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31336"/>
            <a:ext cx="548640" cy="54864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補欠自動繰り上げ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1513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キャンセル発生時、補欠登録者へ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自動通知して空き枠を即時埋める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417320"/>
            <a:ext cx="3200400" cy="329184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1554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3D8"/>
                </a:solidFill>
              </a:rPr>
              <a:t>ダッシュボード概要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7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715000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新着応募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3912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24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73912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承認済み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6325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2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763256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未読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2852928"/>
            <a:ext cx="283464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944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3D8"/>
                </a:solidFill>
              </a:rPr>
              <a:t>ジャンル充足状況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291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唐揚げ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355848"/>
            <a:ext cx="1828800" cy="146304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355848"/>
            <a:ext cx="1828800" cy="146304"/>
          </a:xfrm>
          <a:prstGeom prst="rect">
            <a:avLst/>
          </a:prstGeom>
          <a:solidFill>
            <a:srgbClr val="E06060"/>
          </a:solidFill>
          <a:ln w="12700">
            <a:solidFill>
              <a:srgbClr val="E06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639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カレー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3703320"/>
            <a:ext cx="1828800" cy="146304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3703320"/>
            <a:ext cx="548640" cy="146304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986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クレープ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4050792"/>
            <a:ext cx="1828800" cy="146304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4050792"/>
            <a:ext cx="914400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334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タコス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4398264"/>
            <a:ext cx="1828800" cy="146304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4398264"/>
            <a:ext cx="182880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キッチンカー向け画面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3D8"/>
                </a:solidFill>
              </a:rPr>
              <a:t>イベント検索・応募・スケジュール・売上を一本化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4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ジャンル枠の空きで検索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「カレー枠あり」で絞り込み。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自分が通りそうかを応募前に確認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18288" cy="45720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15768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4A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サブスク枠でリスク分散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35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月5枠プランなら複数イベントに応募。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1件キャンセルでも収入を守れる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18288" cy="45720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31336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4A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売上×天気の記録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1513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出店後すぐ記録。天気・来場者データと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紐づけて稼ぎやすい場所が可視化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417320"/>
            <a:ext cx="3200400" cy="338328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3D8"/>
                </a:solidFill>
              </a:rPr>
              <a:t>イベントを探す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011680"/>
            <a:ext cx="3017520" cy="77724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川崎音楽フェス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8/10（日）· カレー枠残1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92440" y="2084832"/>
            <a:ext cx="548640" cy="256032"/>
          </a:xfrm>
          <a:prstGeom prst="rect">
            <a:avLst>
              <a:gd name="adj" fmla="val 17857"/>
            </a:avLst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084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おすすめ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0" y="2926080"/>
            <a:ext cx="3017520" cy="77724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代々木公園マルシェ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0644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8/17（日）· カレー枠残2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92440" y="2999232"/>
            <a:ext cx="548640" cy="256032"/>
          </a:xfrm>
          <a:prstGeom prst="rect">
            <a:avLst>
              <a:gd name="adj" fmla="val 17857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2999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枠あり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0" y="3840480"/>
            <a:ext cx="3017520" cy="77724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大阪城公園フードフェス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06440" y="4224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3D8"/>
                </a:solidFill>
              </a:rPr>
              <a:t>8/24（日）· 残りわずか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92440" y="3913632"/>
            <a:ext cx="548640" cy="256032"/>
          </a:xfrm>
          <a:prstGeom prst="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3913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残り少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主催者 ↔ キッチンカー アプリ内チャット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3D8"/>
                </a:solidFill>
              </a:rPr>
              <a:t>メール・電話・LINEを廃止。すべての連絡をアプリ内で完結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テンプレ返信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731520" cy="36576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「搬入時間を案内」「電源位置を案内」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などワンタップで定型文を送信。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毎回文章を書く手間がゼロに。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承認と連動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731520" cy="36576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承認した瞬間にチャットスレッドが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自動生成。やり取りが即開始できる。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見落としも二重対応もなくなる。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600200"/>
            <a:ext cx="2697480" cy="32004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メディア送信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731520" cy="36576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9718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レイアウト図・PR動画を直接送信。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区画の写真や搬入地図など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BA3D8"/>
                </a:solidFill>
              </a:rPr>
              <a:t>現場情報の共有が一瞬で完結。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C28E"/>
                </a:solidFill>
              </a:rPr>
              <a:t>チャットは応募ごとではなく、専用の「チャット」タブに集約。双方がまとめて確認できる設計。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収益モデル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3D8"/>
                </a:solidFill>
              </a:rPr>
              <a:t>キッチンカー事業者 ― 月額サブスクリプション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554480" cy="22860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スターター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¥3,000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D8"/>
                </a:solidFill>
              </a:rPr>
              <a:t>/月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月2枠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57400" y="1600200"/>
            <a:ext cx="1554480" cy="22860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600200"/>
            <a:ext cx="1554480" cy="54864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C28E"/>
                </a:solidFill>
              </a:rPr>
              <a:t>おすすめ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スタンダード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C28E"/>
                </a:solidFill>
              </a:rPr>
              <a:t>¥8,000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5740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D8"/>
                </a:solidFill>
              </a:rPr>
              <a:t>/月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月5枠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1600200"/>
            <a:ext cx="1554480" cy="22860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プロ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¥15,000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4904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3D8"/>
                </a:solidFill>
              </a:rPr>
              <a:t>/月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無制限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4937760" cy="59436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3D8"/>
                </a:solidFill>
              </a:rPr>
              <a:t>主催者：成約手数料（売上の3〜5%）　掲載・利用は無料　→ イベント数の最大化を優先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234440"/>
            <a:ext cx="3200400" cy="3657600"/>
          </a:xfrm>
          <a:prstGeom prst="rect">
            <a:avLst/>
          </a:prstGeom>
          <a:solidFill>
            <a:srgbClr val="162566"/>
          </a:solidFill>
          <a:ln w="12700">
            <a:solidFill>
              <a:srgbClr val="1E3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3D8"/>
                </a:solidFill>
              </a:rPr>
              <a:t>月間 P&amp;L（500台時の試算）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サブスク収入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6C28E"/>
                </a:solidFill>
              </a:rPr>
              <a:t>+300万円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2258568"/>
            <a:ext cx="283464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成約手数料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6C28E"/>
                </a:solidFill>
              </a:rPr>
              <a:t>+150万円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807208"/>
            <a:ext cx="283464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サーバー・開発費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0664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6060"/>
                </a:solidFill>
              </a:rPr>
              <a:t>▲ 50万円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3355848"/>
            <a:ext cx="283464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3D8"/>
                </a:solidFill>
              </a:rPr>
              <a:t>営業・CS費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3474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6060"/>
                </a:solidFill>
              </a:rPr>
              <a:t>▲100万円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904488"/>
            <a:ext cx="2834640" cy="1371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4041648"/>
            <a:ext cx="2834640" cy="36576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営業利益（月間）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+300万円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1600" b="1" dirty="0">
                <a:solidFill>
                  <a:srgbClr val="26C28E"/>
                </a:solidFill>
              </a:rPr>
              <a:t>Match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なぜFestMatchか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3D8"/>
                </a:solidFill>
              </a:rPr>
              <a:t>既存プレイヤー（モビマル等）との比較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51760" cy="36576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A3D8"/>
                </a:solidFill>
              </a:rPr>
              <a:t>項目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508760"/>
            <a:ext cx="2606040" cy="36576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508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A3D8"/>
                </a:solidFill>
              </a:rPr>
              <a:t>モビマル（現状）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508760"/>
            <a:ext cx="3063240" cy="365760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508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FestMatch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65176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2024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対象イベント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1920240"/>
            <a:ext cx="26060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920240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何でもあり（駐車場・病院等）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1920240"/>
            <a:ext cx="30632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920240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フェス・イベント特化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265176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14016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ジャンル管理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2414016"/>
            <a:ext cx="26060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414016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なし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0" y="2414016"/>
            <a:ext cx="30632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41401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枠設定で偏り防止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265176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0779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審査・信頼担保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2907792"/>
            <a:ext cx="26060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907792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なし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15000" y="2907792"/>
            <a:ext cx="30632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907792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許可証確認・評価機能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01568"/>
            <a:ext cx="265176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0156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断る仕組み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63240" y="3401568"/>
            <a:ext cx="26060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401568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なし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15000" y="3401568"/>
            <a:ext cx="30632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340156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定員制＋自動断り文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895344"/>
            <a:ext cx="265176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95344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収益モデル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63240" y="3895344"/>
            <a:ext cx="26060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3895344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不透明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3895344"/>
            <a:ext cx="3063240" cy="448056"/>
          </a:xfrm>
          <a:prstGeom prst="rect">
            <a:avLst/>
          </a:prstGeom>
          <a:solidFill>
            <a:srgbClr val="162566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89534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サブスク＋手数料で明確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389120"/>
            <a:ext cx="265176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38912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キャンセル対応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63240" y="4389120"/>
            <a:ext cx="26060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389120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60"/>
                </a:solidFill>
              </a:rPr>
              <a:t>✕  なし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15000" y="4389120"/>
            <a:ext cx="3063240" cy="448056"/>
          </a:xfrm>
          <a:prstGeom prst="rect">
            <a:avLst/>
          </a:prstGeom>
          <a:solidFill>
            <a:srgbClr val="0B1A4A"/>
          </a:solidFill>
          <a:ln w="6350">
            <a:solidFill>
              <a:srgbClr val="1E3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389120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C28E"/>
                </a:solidFill>
              </a:rPr>
              <a:t>✓  ポリシー＋補欠自動繰上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Fest</a:t>
            </a:r>
            <a:pPr indent="0" marL="0">
              <a:buNone/>
            </a:pPr>
            <a:r>
              <a:rPr lang="en-US" sz="2200" b="1" dirty="0">
                <a:solidFill>
                  <a:srgbClr val="26C28E"/>
                </a:solidFill>
              </a:rPr>
              <a:t>Match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フェス出店をスマートに。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主催者もキッチンカーも、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もっと楽に。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743200" cy="22860"/>
          </a:xfrm>
          <a:prstGeom prst="rect">
            <a:avLst/>
          </a:prstGeom>
          <a:solidFill>
            <a:srgbClr val="1E3080"/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907792"/>
            <a:ext cx="365760" cy="3657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A4A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課題を仕組みで解決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断りにくい・ジャンル偏り・連絡の手間をプラットフォームが吸収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593592"/>
            <a:ext cx="365760" cy="3657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A4A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両側にツテがある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822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主催者・キッチンカー双方のコネクションで鶏卵問題をショートカット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365760" cy="365760"/>
          </a:xfrm>
          <a:prstGeom prst="ellipse">
            <a:avLst/>
          </a:prstGeom>
          <a:solidFill>
            <a:srgbClr val="26C28E"/>
          </a:solidFill>
          <a:ln w="12700">
            <a:solidFill>
              <a:srgbClr val="26C2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A4A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206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スケーラブルな収益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507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3D8"/>
                </a:solidFill>
              </a:rPr>
              <a:t>サブスク×手数料で損益分岐は100台。大都市圏から展開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1463040"/>
            <a:ext cx="3200400" cy="2286000"/>
          </a:xfrm>
          <a:prstGeom prst="rect">
            <a:avLst/>
          </a:prstGeom>
          <a:solidFill>
            <a:srgbClr val="162566"/>
          </a:solidFill>
          <a:ln w="19050">
            <a:solidFill>
              <a:srgbClr val="26C2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6002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まずは主催者・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キッチンカー各10件で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パイロット運用を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開始しませんか？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9C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FestMatch 営業資料</dc:title>
  <dc:subject>PptxGenJS Presentation</dc:subject>
  <dc:creator>PptxGenJS</dc:creator>
  <cp:lastModifiedBy>PptxGenJS</cp:lastModifiedBy>
  <cp:revision>1</cp:revision>
  <dcterms:created xsi:type="dcterms:W3CDTF">2026-06-19T18:52:46Z</dcterms:created>
  <dcterms:modified xsi:type="dcterms:W3CDTF">2026-06-19T18:52:46Z</dcterms:modified>
</cp:coreProperties>
</file>